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nomadinternet.com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(81/100)  ·  7 findings  ·  7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is the coverage-check form, which is the primary path to qualification and plan selection. However, the form's field extraction is unreliable, and the site presents multiple competing CTAs and repeated forms, causing friction and ambiguity that bleed value from this critical step.</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1.2–5.2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C0392B"/>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Coverage check is the only path</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Urgent · Low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Coverage check is the only path</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Multiple CTAs compete for attention</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Medium · PXL 6/10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Multiple near-identical coverage-check CTAs appear together, making it unclear which action advances the visitor versus </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Pricing inconsistencies across pages</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same plans display different price formats and values across pages, undermining trust in the stated cost.</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Pricing appears before qualification</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Pricing is displayed before the user completes the coverage check, so the stated monthly cost is not tied to their speci</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Repeated coverage forms create friction</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same coverage-check form appears multiple times across pages, each requiring the visitor to re-enter their address, </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008061"/>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Duplicate H1s dilute page focus</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Multiple pages carry three identical H1 headings, so the primary value proposition is repeated instead of a single clear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C0392B"/>
                </a:solidFill>
                <a:latin typeface="Trebuchet MS"/>
              </a:rPr>
              <a:t>PRIORITY 1 — Urgent</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Coverage check is the only path</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"7 distinct calls to action compete on the same page: “CHECK COVERAGE”, “CHECK IF IT WORKS AT MY ADDRESS”, “SEE MY OPTIONS”, “GET STARTED”, “START CHAT”, “SEE WHAT I QUALIFY FOR”,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Every page funnels users into a coverage-check form with CONTINUE as the sole submit, yet the form's field extraction is unreliable, leaving the next step ambiguous.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0.4–1.6 orders/1k visitors if it wins  ·  effort Low  ·  0.5-2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Multiple CTAs compete for attention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"7 distinct calls to action compete on the same page: “CHECK COVERAGE”, “CHECK IF IT WORKS AT MY ADDRESS”, “SEE MY OPTIONS”, “GET STARTED”, “START CHAT”, “SEE WHAT I QUALIFY FOR”,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Multiple near-identical coverage-check CTAs appear together, making it unclear which action advances the visitor versus which is a repeat, muddying the expected next step.</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inconsistencies across pages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"Prices shown on the page: $99.95/month $129.95/month $99.95/Mo $99.95/month $129.95/month $99.95"</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same plans display different price formats and values across pages, undermining trust in the stated cost.</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Pricing appears before qualification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 section heading reads “$99.95 /month”."</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Pricing is displayed before the user completes the coverage check, so the stated monthly cost is not tied to their specific qualification.</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Repeated coverage forms create friction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"7 distinct calls to action compete on the same page: “CHECK COVERAGE”, “CHECK IF IT WORKS AT MY ADDRESS”, “SEE MY OPTIONS”, “GET STARTED”, “START CHAT”, “SEE WHAT I QUALIFY FOR”, “CHECK MY COVERAGE”."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same coverage-check form appears multiple times across pages, each requiring the visitor to re-enter their address, adding effort before seeing plan options.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Coverage check is the only path</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Duplicate H1s dilute page focus</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Unexpected higher charge on rural page</a:t>
            </a:r>
          </a:p>
        </p:txBody>
      </p:sp>
      <p:sp>
        <p:nvSpPr>
          <p:cNvPr id="8" name="TextBox 7"/>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Multiple CTAs compete for attention</a:t>
            </a:r>
          </a:p>
        </p:txBody>
      </p:sp>
      <p:sp>
        <p:nvSpPr>
          <p:cNvPr id="9" name="TextBox 8"/>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0" name="TextBox 9"/>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Pricing inconsistencies across pages</a:t>
            </a:r>
          </a:p>
        </p:txBody>
      </p:sp>
      <p:sp>
        <p:nvSpPr>
          <p:cNvPr id="11" name="TextBox 10"/>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Pricing appears before qualification</a:t>
            </a:r>
          </a:p>
        </p:txBody>
      </p:sp>
      <p:sp>
        <p:nvSpPr>
          <p:cNvPr id="12" name="TextBox 11"/>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3" name="TextBox 12"/>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Repeated coverage forms create friction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